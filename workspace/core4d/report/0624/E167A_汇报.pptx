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84648"/>
            <a:ext cx="12191695" cy="54864"/>
          </a:xfrm>
          <a:prstGeom prst="rect">
            <a:avLst/>
          </a:prstGeom>
          <a:solidFill>
            <a:srgbClr val="A7C6E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7C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PHYSICS-INFORMED RETARGETING FOR HUMAN–ROBOT CO-CARRYING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面向人机协作搬运的动力学重定向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0D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从抓取式采样 MPC 到协作式 Loco-Manipulation 的方法扩展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拟定版本 E167A</a:t>
            </a:r>
            <a:pPr indent="0" marL="0">
              <a:buNone/>
            </a:pPr>
            <a:r>
              <a:rPr lang="en-US" sz="1400" dirty="0">
                <a:solidFill>
                  <a:srgbClr val="A7C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|   基线 OmniRetarget · 方法 SPIDER(SBMPC)   |   CORE4D · G1 · SUGAR/Holosoma RL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62895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7C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2D8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背景与问题：为什么要改造 SPIDER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0"/>
          </a:xfrm>
          <a:prstGeom prst="line">
            <a:avLst/>
          </a:prstGeom>
          <a:noFill/>
          <a:ln w="19050">
            <a:solidFill>
              <a:srgbClr val="D0DF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CORE4D 人机协作动力学重定向 · E167A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33339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上游运动学重定向不够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039112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OmniRetarget 纯运动学，接触丰富的协作搬运下穿模/脚滑/接触失真；G1 较矮臂短，手只够到箱底、0% 侧面夹持。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33339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抓取式 SPIDER 不适配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456432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SPIDER/HDMI 面向单体灵巧抓取（把手点目标、无释放/姿态/穿透安全），直接迁到双臂大箱协作会在多处失效。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099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我们的做法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873752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不换 SBMPC 优化器，重构其面向协作的任务建模栈：接触/穿透/释放/姿态/运动学/下游对齐六轴改造。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2D8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方法：E167A 由五个组件构成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0"/>
          </a:xfrm>
          <a:prstGeom prst="line">
            <a:avLst/>
          </a:prstGeom>
          <a:noFill/>
          <a:ln w="19050">
            <a:solidFill>
              <a:srgbClr val="D0DF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CORE4D 人机协作动力学重定向 · E167A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SBMPC(CEM) 之上逐步加入；前四项构成成熟参考层 E163，第五项对齐下游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3529584" cy="18288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20240"/>
            <a:ext cx="822960" cy="566928"/>
          </a:xfrm>
          <a:prstGeom prst="roundRect">
            <a:avLst>
              <a:gd name="adj" fmla="val 12903"/>
            </a:avLst>
          </a:prstGeom>
          <a:solidFill>
            <a:srgbClr val="2D2D8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15184" y="2029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E158→E163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56032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面接触带奖励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01752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窄对称 SDF 带，取代抓取点目标，适配平面大箱接触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80560" y="1920240"/>
            <a:ext cx="3529584" cy="18288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920240"/>
            <a:ext cx="822960" cy="566928"/>
          </a:xfrm>
          <a:prstGeom prst="roundRect">
            <a:avLst>
              <a:gd name="adj" fmla="val 12903"/>
            </a:avLst>
          </a:prstGeom>
          <a:solidFill>
            <a:srgbClr val="2D2D89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19202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55664" y="2029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E152/E153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56032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采样层穿透门 gateA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301752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CEM 采样层拒绝穿透样本，压住压入式深穿透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321040" y="1920240"/>
            <a:ext cx="3529584" cy="18288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920240"/>
            <a:ext cx="822960" cy="566928"/>
          </a:xfrm>
          <a:prstGeom prst="roundRect">
            <a:avLst>
              <a:gd name="adj" fmla="val 12903"/>
            </a:avLst>
          </a:prstGeom>
          <a:solidFill>
            <a:srgbClr val="2D2D89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19202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296144" y="2029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E155/E161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256032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释放相位衰减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3920" y="301752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horizon 上对释放窗口衰减接触奖励，解决“放不开手”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560320" y="3977640"/>
            <a:ext cx="3529584" cy="18288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3977640"/>
            <a:ext cx="822960" cy="566928"/>
          </a:xfrm>
          <a:prstGeom prst="roundRect">
            <a:avLst>
              <a:gd name="adj" fmla="val 12903"/>
            </a:avLst>
          </a:prstGeom>
          <a:solidFill>
            <a:srgbClr val="2D2D89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0" y="39776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535424" y="4087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0" y="461772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参考相对姿态重排序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743200" y="507492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按相对蹲姿参考偏差筛选精英，修“贴箱即摔”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3977640"/>
            <a:ext cx="3529584" cy="18288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3977640"/>
            <a:ext cx="822960" cy="566928"/>
          </a:xfrm>
          <a:prstGeom prst="roundRect">
            <a:avLst>
              <a:gd name="adj" fmla="val 12903"/>
            </a:avLst>
          </a:prstGeom>
          <a:solidFill>
            <a:srgbClr val="2D2D89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9776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375904" y="4087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E167A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461772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z-only 精修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83680" y="5074920"/>
            <a:ext cx="31638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上游跟踪/惩罚改为仅 z，对齐下游 Holosoma 终止门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2D8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ABLATION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分步消融：逐组件量化（同一 3-case）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0"/>
          </a:xfrm>
          <a:prstGeom prst="line">
            <a:avLst/>
          </a:prstGeom>
          <a:noFill/>
          <a:ln w="19050">
            <a:solidFill>
              <a:srgbClr val="D0DF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CORE4D 人机协作动力学重定向 · E167A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1143000"/>
                <a:gridCol w="1005840"/>
                <a:gridCol w="1097280"/>
                <a:gridCol w="1188720"/>
                <a:gridCol w="91440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配置（逐步加组件）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引入实验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raw接触↑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clean3↑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穿透3mm↓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几何穿透↓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关节°↓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EEFcm↓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8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OmniRetarget(运动学基线)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0.961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0.027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0.00*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spider-rubberhand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E147/8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0.294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12.75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+gateA  ②穿透门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E152/3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0.122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0.279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0.274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3.79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+面接触带 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E158/9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4.56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15.97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+姿态重排序 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+释放衰减 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E161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0.137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4.49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14.87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+窄对称带 = E163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E163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0.123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+z-only = E167A（拟定）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E167A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0.778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0.097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4.29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FE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读法：面接触带把接触刷上去（clean3 0.12→0.46+），代价是 EEF 升到 23cm；姿态/释放/窄带逐步把 EEF 拉回 14.6cm 并清干净释放；E167A 参考层再优于 E163。  * 自评偏置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2D8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· REFERENCE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结果①：参考层物理指标明确超越 OmniRetarget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0"/>
          </a:xfrm>
          <a:prstGeom prst="line">
            <a:avLst/>
          </a:prstGeom>
          <a:noFill/>
          <a:ln w="19050">
            <a:solidFill>
              <a:srgbClr val="D0DF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CORE4D 人机协作动力学重定向 · E167A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clean8 统一物理口径（E156）·  0 fall · tracking 8/8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4F8FC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手-物物理穿透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OmniRT  0.576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−0.375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9120" y="201168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2D2D89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in-mask 真实接触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C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OmniRT  0.034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291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0.153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572000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C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434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×4.5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8160" y="201168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4F8FC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E167A vs E163 接触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OmniRT  0.566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3291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0.644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8321040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4434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clean3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OmniRetarget 的“接触”大半是压入式穿透；SPIDER 把穿透压低一个量级、真实接触提高 4–5 倍，且不牺牲跟踪与稳定。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2D8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· DOWNSTREAM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结果②：下游 RL 两个独立项目聚合均胜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0"/>
          </a:xfrm>
          <a:prstGeom prst="line">
            <a:avLst/>
          </a:prstGeom>
          <a:noFill/>
          <a:ln w="19050">
            <a:solidFill>
              <a:srgbClr val="D0DF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CORE4D 人机协作动力学重定向 · E167A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SUGAR（refiner RL，7-case 同口径，Holosoma-like success / 448）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8FC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/448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OmniRetarget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9659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8FC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 /448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spider E163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4F8FC"/>
          </a:solidFill>
          <a:ln w="12700">
            <a:solidFill>
              <a:srgbClr val="D0DF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103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/448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spider E167A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SPIDER 两版本均 ≈ 4× 于 OmniRetarget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Holosoma（WBT RL，handbox case-relative 5-case 平均 success）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2D2D8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52628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7C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32.5%</a:t>
            </a:r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algn="l" indent="0" marL="0">
              <a:buNone/>
            </a:pPr>
            <a:r>
              <a:rPr lang="en-US" sz="4000" b="1" dirty="0">
                <a:solidFill>
                  <a:srgbClr val="00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48.1%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315200" y="452628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+15.6pp</a:t>
            </a:r>
            <a:pPr algn="r" indent="0" marL="0">
              <a:buNone/>
            </a:pPr>
            <a:endParaRPr lang="en-US" sz="30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7C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OmniRetarget → SPIDER（主胜点 Box021）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 case-dependent：上游 E163→E167A 在 SUGAR 上为重分布（聚合 56→51）。Holosoma 以 handbox 为准（rubberhand 口径有数据完整性问题，不采信）。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双维度全胜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221284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参考层物理指标（穿透↓、真实接触↑）+ 两个独立下游 RL 项目聚合，均超越 OmniRetarget。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1546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方法论洞察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358444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可恢复性不对称：参考层更优不保证下游单 case 更优——上游赢≠下游赢是结构性的。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999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25880" y="495604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把消费端物理、离硬门动态余量、抬升语义放进上游目标与评测；与 DynaRetarget 长 horizon 优化器正交可叠加。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A7C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E167A = ①面接触带 + ②穿透门 + ③释放衰减 + ④姿态重排序 + ⑤z-only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2026-06-24T17:23:39Z</dcterms:created>
  <dcterms:modified xsi:type="dcterms:W3CDTF">2026-06-24T17:23:39Z</dcterms:modified>
</cp:coreProperties>
</file>